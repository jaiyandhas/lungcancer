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Shape 144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6" name="Shape 144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1;p2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126" name="Google Shape;12;p2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68" name="Google Shape;13;p2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18" name="Google Shape;14;p2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2" name="Google Shape;15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" name="Google Shape;16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" name="Google Shape;17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5" name="Google Shape;18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6" name="Google Shape;19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" name="Google Shape;20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5" name="Google Shape;21;p2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9" name="Google Shape;22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" name="Google Shape;23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" name="Google Shape;24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" name="Google Shape;25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" name="Google Shape;26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" name="Google Shape;27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2" name="Google Shape;28;p2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26" name="Google Shape;29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" name="Google Shape;30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8" name="Google Shape;31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" name="Google Shape;32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" name="Google Shape;33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" name="Google Shape;34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9" name="Google Shape;35;p2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33" name="Google Shape;36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" name="Google Shape;37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" name="Google Shape;38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" name="Google Shape;39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" name="Google Shape;40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" name="Google Shape;41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6" name="Google Shape;42;p2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0" name="Google Shape;43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1" name="Google Shape;44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" name="Google Shape;45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" name="Google Shape;46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" name="Google Shape;47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" name="Google Shape;48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3" name="Google Shape;49;p2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47" name="Google Shape;50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" name="Google Shape;51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" name="Google Shape;52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" name="Google Shape;53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" name="Google Shape;54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" name="Google Shape;55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0" name="Google Shape;56;p2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54" name="Google Shape;57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" name="Google Shape;58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" name="Google Shape;59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" name="Google Shape;60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" name="Google Shape;61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" name="Google Shape;62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7" name="Google Shape;63;p2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61" name="Google Shape;64;p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" name="Google Shape;65;p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" name="Google Shape;66;p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" name="Google Shape;67;p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" name="Google Shape;68;p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6" name="Google Shape;69;p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125" name="Google Shape;70;p2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75" name="Google Shape;71;p2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9" name="Google Shape;72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" name="Google Shape;73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" name="Google Shape;74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" name="Google Shape;75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" name="Google Shape;76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" name="Google Shape;77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2" name="Google Shape;78;p2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6" name="Google Shape;79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" name="Google Shape;80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" name="Google Shape;81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9" name="Google Shape;82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" name="Google Shape;83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" name="Google Shape;84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9" name="Google Shape;85;p2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83" name="Google Shape;86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" name="Google Shape;87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" name="Google Shape;88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" name="Google Shape;89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" name="Google Shape;90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" name="Google Shape;91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6" name="Google Shape;92;p2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90" name="Google Shape;93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1" name="Google Shape;94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2" name="Google Shape;95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" name="Google Shape;96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" name="Google Shape;97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" name="Google Shape;98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3" name="Google Shape;99;p2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97" name="Google Shape;100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" name="Google Shape;101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" name="Google Shape;102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" name="Google Shape;103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" name="Google Shape;104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" name="Google Shape;105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0" name="Google Shape;106;p2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04" name="Google Shape;107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" name="Google Shape;108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" name="Google Shape;109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" name="Google Shape;110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" name="Google Shape;111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" name="Google Shape;112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7" name="Google Shape;113;p2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11" name="Google Shape;114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" name="Google Shape;115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" name="Google Shape;116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" name="Google Shape;117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" name="Google Shape;118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" name="Google Shape;119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4" name="Google Shape;120;p2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8" name="Google Shape;121;p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" name="Google Shape;122;p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" name="Google Shape;123;p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" name="Google Shape;124;p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" name="Google Shape;125;p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" name="Google Shape;126;p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127" name="Google Shape;127;p2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9" name="Title Text"/>
          <p:cNvSpPr txBox="1"/>
          <p:nvPr>
            <p:ph type="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quarter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 algn="ctr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1pPr>
            <a:lvl2pPr marL="228600" indent="457200" algn="ctr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2pPr>
            <a:lvl3pPr marL="228600" indent="914400" algn="ctr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 algn="ctr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 algn="ctr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8" name="Body Level One…"/>
          <p:cNvSpPr txBox="1"/>
          <p:nvPr>
            <p:ph type="body" sz="half" idx="1"/>
          </p:nvPr>
        </p:nvSpPr>
        <p:spPr>
          <a:xfrm>
            <a:off x="457200" y="1200150"/>
            <a:ext cx="4038600" cy="3394501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600"/>
              </a:spcBef>
              <a:buSzPts val="2800"/>
              <a:defRPr sz="2800"/>
            </a:lvl1pPr>
            <a:lvl2pPr indent="-406400">
              <a:spcBef>
                <a:spcPts val="600"/>
              </a:spcBef>
              <a:buSzPts val="2800"/>
              <a:defRPr sz="2800"/>
            </a:lvl2pPr>
            <a:lvl3pPr indent="-406400">
              <a:spcBef>
                <a:spcPts val="600"/>
              </a:spcBef>
              <a:buSzPts val="2800"/>
              <a:defRPr sz="2800"/>
            </a:lvl3pPr>
            <a:lvl4pPr indent="-406400">
              <a:spcBef>
                <a:spcPts val="600"/>
              </a:spcBef>
              <a:buSzPts val="2800"/>
              <a:defRPr sz="2800"/>
            </a:lvl4pPr>
            <a:lvl5pPr indent="-406400">
              <a:spcBef>
                <a:spcPts val="6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7" name="Body Level One…"/>
          <p:cNvSpPr txBox="1"/>
          <p:nvPr>
            <p:ph type="body" sz="quarter" idx="1"/>
          </p:nvPr>
        </p:nvSpPr>
        <p:spPr>
          <a:xfrm>
            <a:off x="457200" y="1151333"/>
            <a:ext cx="4040100" cy="479701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5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5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5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5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5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Google Shape;142;p5"/>
          <p:cNvSpPr txBox="1"/>
          <p:nvPr>
            <p:ph type="body" sz="quarter" idx="21"/>
          </p:nvPr>
        </p:nvSpPr>
        <p:spPr>
          <a:xfrm>
            <a:off x="4645030" y="1151333"/>
            <a:ext cx="4041901" cy="479701"/>
          </a:xfrm>
          <a:prstGeom prst="rect">
            <a:avLst/>
          </a:prstGeom>
        </p:spPr>
        <p:txBody>
          <a:bodyPr anchor="b"/>
          <a:lstStyle/>
          <a:p>
            <a:pPr marL="443484" indent="-332613" defTabSz="886968">
              <a:spcBef>
                <a:spcPts val="600"/>
              </a:spcBef>
              <a:buSzPts val="3100"/>
              <a:defRPr sz="3104"/>
            </a:pPr>
          </a:p>
        </p:txBody>
      </p:sp>
      <p:sp>
        <p:nvSpPr>
          <p:cNvPr id="1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145;p6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280" name="Google Shape;146;p6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222" name="Google Shape;147;p6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172" name="Google Shape;148;p6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66" name="Google Shape;149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67" name="Google Shape;150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68" name="Google Shape;151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69" name="Google Shape;152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0" name="Google Shape;153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1" name="Google Shape;154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79" name="Google Shape;155;p6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73" name="Google Shape;156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4" name="Google Shape;157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5" name="Google Shape;158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6" name="Google Shape;159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7" name="Google Shape;160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78" name="Google Shape;161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86" name="Google Shape;162;p6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80" name="Google Shape;163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1" name="Google Shape;164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2" name="Google Shape;165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3" name="Google Shape;166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4" name="Google Shape;167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5" name="Google Shape;168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93" name="Google Shape;169;p6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87" name="Google Shape;170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8" name="Google Shape;171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89" name="Google Shape;172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0" name="Google Shape;173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1" name="Google Shape;174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2" name="Google Shape;175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00" name="Google Shape;176;p6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94" name="Google Shape;177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5" name="Google Shape;178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6" name="Google Shape;179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7" name="Google Shape;180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8" name="Google Shape;181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99" name="Google Shape;182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07" name="Google Shape;183;p6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201" name="Google Shape;184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2" name="Google Shape;185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3" name="Google Shape;186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4" name="Google Shape;187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5" name="Google Shape;188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6" name="Google Shape;189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14" name="Google Shape;190;p6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208" name="Google Shape;191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09" name="Google Shape;192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0" name="Google Shape;193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1" name="Google Shape;194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2" name="Google Shape;195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3" name="Google Shape;196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21" name="Google Shape;197;p6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215" name="Google Shape;198;p6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6" name="Google Shape;199;p6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7" name="Google Shape;200;p6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8" name="Google Shape;201;p6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19" name="Google Shape;202;p6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0" name="Google Shape;203;p6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279" name="Google Shape;204;p6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229" name="Google Shape;205;p6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223" name="Google Shape;206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4" name="Google Shape;207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5" name="Google Shape;208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6" name="Google Shape;209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7" name="Google Shape;210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28" name="Google Shape;211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36" name="Google Shape;212;p6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230" name="Google Shape;213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1" name="Google Shape;214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2" name="Google Shape;215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3" name="Google Shape;216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4" name="Google Shape;217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5" name="Google Shape;218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43" name="Google Shape;219;p6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237" name="Google Shape;220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8" name="Google Shape;221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39" name="Google Shape;222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0" name="Google Shape;223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1" name="Google Shape;224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2" name="Google Shape;225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50" name="Google Shape;226;p6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244" name="Google Shape;227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5" name="Google Shape;228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6" name="Google Shape;229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7" name="Google Shape;230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8" name="Google Shape;231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49" name="Google Shape;232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57" name="Google Shape;233;p6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251" name="Google Shape;234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2" name="Google Shape;235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3" name="Google Shape;236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4" name="Google Shape;237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5" name="Google Shape;238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6" name="Google Shape;239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64" name="Google Shape;240;p6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258" name="Google Shape;241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59" name="Google Shape;242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0" name="Google Shape;243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1" name="Google Shape;244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2" name="Google Shape;245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3" name="Google Shape;246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71" name="Google Shape;247;p6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265" name="Google Shape;248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6" name="Google Shape;249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7" name="Google Shape;250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8" name="Google Shape;251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69" name="Google Shape;252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0" name="Google Shape;253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278" name="Google Shape;254;p6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272" name="Google Shape;255;p6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3" name="Google Shape;256;p6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4" name="Google Shape;257;p6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5" name="Google Shape;258;p6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6" name="Google Shape;259;p6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77" name="Google Shape;260;p6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281" name="Google Shape;261;p6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83" name="Title Text"/>
          <p:cNvSpPr txBox="1"/>
          <p:nvPr>
            <p:ph type="title"/>
          </p:nvPr>
        </p:nvSpPr>
        <p:spPr>
          <a:xfrm>
            <a:off x="990600" y="457200"/>
            <a:ext cx="7162800" cy="8574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84" name="Body Level One…"/>
          <p:cNvSpPr txBox="1"/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5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266;p7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406" name="Google Shape;267;p7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348" name="Google Shape;268;p7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298" name="Google Shape;269;p7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292" name="Google Shape;270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3" name="Google Shape;271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4" name="Google Shape;272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5" name="Google Shape;273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6" name="Google Shape;274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297" name="Google Shape;275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05" name="Google Shape;276;p7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299" name="Google Shape;277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0" name="Google Shape;278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1" name="Google Shape;279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2" name="Google Shape;280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3" name="Google Shape;281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4" name="Google Shape;282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12" name="Google Shape;283;p7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306" name="Google Shape;284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7" name="Google Shape;285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8" name="Google Shape;286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09" name="Google Shape;287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0" name="Google Shape;288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1" name="Google Shape;289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19" name="Google Shape;290;p7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313" name="Google Shape;291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4" name="Google Shape;292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5" name="Google Shape;293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6" name="Google Shape;294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7" name="Google Shape;295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18" name="Google Shape;296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26" name="Google Shape;297;p7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320" name="Google Shape;298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1" name="Google Shape;299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2" name="Google Shape;300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3" name="Google Shape;301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4" name="Google Shape;302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5" name="Google Shape;303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33" name="Google Shape;304;p7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327" name="Google Shape;305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8" name="Google Shape;306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29" name="Google Shape;307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0" name="Google Shape;308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1" name="Google Shape;309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2" name="Google Shape;310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40" name="Google Shape;311;p7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334" name="Google Shape;312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5" name="Google Shape;313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6" name="Google Shape;314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7" name="Google Shape;315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8" name="Google Shape;316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39" name="Google Shape;317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47" name="Google Shape;318;p7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341" name="Google Shape;319;p7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2" name="Google Shape;320;p7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3" name="Google Shape;321;p7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4" name="Google Shape;322;p7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5" name="Google Shape;323;p7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46" name="Google Shape;324;p7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405" name="Google Shape;325;p7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355" name="Google Shape;326;p7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349" name="Google Shape;327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0" name="Google Shape;328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1" name="Google Shape;329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2" name="Google Shape;330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3" name="Google Shape;331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4" name="Google Shape;332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62" name="Google Shape;333;p7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356" name="Google Shape;334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7" name="Google Shape;335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8" name="Google Shape;336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59" name="Google Shape;337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0" name="Google Shape;338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1" name="Google Shape;339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69" name="Google Shape;340;p7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363" name="Google Shape;341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4" name="Google Shape;342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5" name="Google Shape;343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6" name="Google Shape;344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7" name="Google Shape;345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68" name="Google Shape;346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76" name="Google Shape;347;p7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370" name="Google Shape;348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1" name="Google Shape;349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2" name="Google Shape;350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3" name="Google Shape;351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4" name="Google Shape;352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5" name="Google Shape;353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83" name="Google Shape;354;p7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377" name="Google Shape;355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8" name="Google Shape;356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79" name="Google Shape;357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0" name="Google Shape;358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1" name="Google Shape;359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2" name="Google Shape;360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90" name="Google Shape;361;p7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384" name="Google Shape;362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5" name="Google Shape;363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6" name="Google Shape;364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7" name="Google Shape;365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8" name="Google Shape;366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89" name="Google Shape;367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397" name="Google Shape;368;p7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391" name="Google Shape;369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2" name="Google Shape;370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3" name="Google Shape;371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4" name="Google Shape;372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5" name="Google Shape;373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6" name="Google Shape;374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04" name="Google Shape;375;p7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398" name="Google Shape;376;p7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399" name="Google Shape;377;p7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00" name="Google Shape;378;p7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01" name="Google Shape;379;p7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02" name="Google Shape;380;p7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03" name="Google Shape;381;p7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407" name="Google Shape;382;p7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09" name="Google Shape;383;p7" descr="Google Shape;383;p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Title Text"/>
          <p:cNvSpPr txBox="1"/>
          <p:nvPr>
            <p:ph type="title"/>
          </p:nvPr>
        </p:nvSpPr>
        <p:spPr>
          <a:xfrm>
            <a:off x="722435" y="3305176"/>
            <a:ext cx="7772401" cy="1021501"/>
          </a:xfrm>
          <a:prstGeom prst="rect">
            <a:avLst/>
          </a:prstGeom>
        </p:spPr>
        <p:txBody>
          <a:bodyPr lIns="44450" tIns="44450" rIns="44450" bIns="44450" anchor="t"/>
          <a:lstStyle>
            <a:lvl1pPr algn="l">
              <a:lnSpc>
                <a:spcPct val="90000"/>
              </a:lnSpc>
              <a:defRPr b="1"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1" name="Body Level One…"/>
          <p:cNvSpPr txBox="1"/>
          <p:nvPr>
            <p:ph type="body" sz="quarter" idx="1"/>
          </p:nvPr>
        </p:nvSpPr>
        <p:spPr>
          <a:xfrm>
            <a:off x="722435" y="2180033"/>
            <a:ext cx="7772401" cy="1125002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228600" indent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b="1" sz="15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b="1" sz="15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b="1" sz="15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b="1" sz="15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b="1" sz="15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2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8;p8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533" name="Google Shape;389;p8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475" name="Google Shape;390;p8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425" name="Google Shape;391;p8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19" name="Google Shape;392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0" name="Google Shape;393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1" name="Google Shape;394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2" name="Google Shape;395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3" name="Google Shape;396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4" name="Google Shape;397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32" name="Google Shape;398;p8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26" name="Google Shape;399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7" name="Google Shape;400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8" name="Google Shape;401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29" name="Google Shape;402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0" name="Google Shape;403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1" name="Google Shape;404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39" name="Google Shape;405;p8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33" name="Google Shape;406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4" name="Google Shape;407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5" name="Google Shape;408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6" name="Google Shape;409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7" name="Google Shape;410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38" name="Google Shape;411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46" name="Google Shape;412;p8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440" name="Google Shape;413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1" name="Google Shape;414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2" name="Google Shape;415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3" name="Google Shape;416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4" name="Google Shape;417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5" name="Google Shape;418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53" name="Google Shape;419;p8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47" name="Google Shape;420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8" name="Google Shape;421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49" name="Google Shape;422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0" name="Google Shape;423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1" name="Google Shape;424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2" name="Google Shape;425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60" name="Google Shape;426;p8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454" name="Google Shape;427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5" name="Google Shape;428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6" name="Google Shape;429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7" name="Google Shape;430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8" name="Google Shape;431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59" name="Google Shape;432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67" name="Google Shape;433;p8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461" name="Google Shape;434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2" name="Google Shape;435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3" name="Google Shape;436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4" name="Google Shape;437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5" name="Google Shape;438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6" name="Google Shape;439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74" name="Google Shape;440;p8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468" name="Google Shape;441;p8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69" name="Google Shape;442;p8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0" name="Google Shape;443;p8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1" name="Google Shape;444;p8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2" name="Google Shape;445;p8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3" name="Google Shape;446;p8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532" name="Google Shape;447;p8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482" name="Google Shape;448;p8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476" name="Google Shape;449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7" name="Google Shape;450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8" name="Google Shape;451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79" name="Google Shape;452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0" name="Google Shape;453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1" name="Google Shape;454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89" name="Google Shape;455;p8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483" name="Google Shape;456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4" name="Google Shape;457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5" name="Google Shape;458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6" name="Google Shape;459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7" name="Google Shape;460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88" name="Google Shape;461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496" name="Google Shape;462;p8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490" name="Google Shape;463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1" name="Google Shape;464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2" name="Google Shape;465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3" name="Google Shape;466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4" name="Google Shape;467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5" name="Google Shape;468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03" name="Google Shape;469;p8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497" name="Google Shape;470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8" name="Google Shape;471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499" name="Google Shape;472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0" name="Google Shape;473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1" name="Google Shape;474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2" name="Google Shape;475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10" name="Google Shape;476;p8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504" name="Google Shape;477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5" name="Google Shape;478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6" name="Google Shape;479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7" name="Google Shape;480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8" name="Google Shape;481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09" name="Google Shape;482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17" name="Google Shape;483;p8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511" name="Google Shape;484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2" name="Google Shape;485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3" name="Google Shape;486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4" name="Google Shape;487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5" name="Google Shape;488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6" name="Google Shape;489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24" name="Google Shape;490;p8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518" name="Google Shape;491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19" name="Google Shape;492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0" name="Google Shape;493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1" name="Google Shape;494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2" name="Google Shape;495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3" name="Google Shape;496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31" name="Google Shape;497;p8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525" name="Google Shape;498;p8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6" name="Google Shape;499;p8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7" name="Google Shape;500;p8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8" name="Google Shape;501;p8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29" name="Google Shape;502;p8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30" name="Google Shape;503;p8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534" name="Google Shape;504;p8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36" name="Google Shape;505;p8" descr="Google Shape;505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Title Text"/>
          <p:cNvSpPr txBox="1"/>
          <p:nvPr>
            <p:ph type="title"/>
          </p:nvPr>
        </p:nvSpPr>
        <p:spPr>
          <a:xfrm>
            <a:off x="990600" y="457200"/>
            <a:ext cx="7162800" cy="8574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8" name="Body Level One…"/>
          <p:cNvSpPr txBox="1"/>
          <p:nvPr>
            <p:ph type="body" sz="half" idx="1"/>
          </p:nvPr>
        </p:nvSpPr>
        <p:spPr>
          <a:xfrm>
            <a:off x="990600" y="1485900"/>
            <a:ext cx="3511201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buClrTx/>
              <a:buSzTx/>
              <a:buFontTx/>
              <a:buNone/>
              <a:defRPr b="1" sz="21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buClrTx/>
              <a:buSzTx/>
              <a:buFontTx/>
              <a:buNone/>
              <a:defRPr b="1" sz="21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buClrTx/>
              <a:buSzTx/>
              <a:buFontTx/>
              <a:buNone/>
              <a:defRPr b="1" sz="21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buClrTx/>
              <a:buSzTx/>
              <a:buFontTx/>
              <a:buNone/>
              <a:defRPr b="1" sz="21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buClrTx/>
              <a:buSzTx/>
              <a:buFontTx/>
              <a:buNone/>
              <a:defRPr b="1" sz="21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9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510;p9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660" name="Google Shape;511;p9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602" name="Google Shape;512;p9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552" name="Google Shape;513;p9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546" name="Google Shape;514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47" name="Google Shape;515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48" name="Google Shape;516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49" name="Google Shape;517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0" name="Google Shape;518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1" name="Google Shape;519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59" name="Google Shape;520;p9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553" name="Google Shape;521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4" name="Google Shape;522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5" name="Google Shape;523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6" name="Google Shape;524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7" name="Google Shape;525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58" name="Google Shape;526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66" name="Google Shape;527;p9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560" name="Google Shape;528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1" name="Google Shape;529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2" name="Google Shape;530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3" name="Google Shape;531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4" name="Google Shape;532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5" name="Google Shape;533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73" name="Google Shape;534;p9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567" name="Google Shape;535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8" name="Google Shape;536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69" name="Google Shape;537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0" name="Google Shape;538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1" name="Google Shape;539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2" name="Google Shape;540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80" name="Google Shape;541;p9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574" name="Google Shape;542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5" name="Google Shape;543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6" name="Google Shape;544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7" name="Google Shape;545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8" name="Google Shape;546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79" name="Google Shape;547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87" name="Google Shape;548;p9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581" name="Google Shape;549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2" name="Google Shape;550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3" name="Google Shape;551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4" name="Google Shape;552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5" name="Google Shape;553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6" name="Google Shape;554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594" name="Google Shape;555;p9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588" name="Google Shape;556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89" name="Google Shape;557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0" name="Google Shape;558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1" name="Google Shape;559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2" name="Google Shape;560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3" name="Google Shape;561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01" name="Google Shape;562;p9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595" name="Google Shape;563;p9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6" name="Google Shape;564;p9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7" name="Google Shape;565;p9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8" name="Google Shape;566;p9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599" name="Google Shape;567;p9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0" name="Google Shape;568;p9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659" name="Google Shape;569;p9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609" name="Google Shape;570;p9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03" name="Google Shape;571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4" name="Google Shape;572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5" name="Google Shape;573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6" name="Google Shape;574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7" name="Google Shape;575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08" name="Google Shape;576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16" name="Google Shape;577;p9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10" name="Google Shape;578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1" name="Google Shape;579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2" name="Google Shape;580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3" name="Google Shape;581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4" name="Google Shape;582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5" name="Google Shape;583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23" name="Google Shape;584;p9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17" name="Google Shape;585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8" name="Google Shape;586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19" name="Google Shape;587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0" name="Google Shape;588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1" name="Google Shape;589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2" name="Google Shape;590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30" name="Google Shape;591;p9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624" name="Google Shape;592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5" name="Google Shape;593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6" name="Google Shape;594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7" name="Google Shape;595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8" name="Google Shape;596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29" name="Google Shape;597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37" name="Google Shape;598;p9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31" name="Google Shape;599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2" name="Google Shape;600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3" name="Google Shape;601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4" name="Google Shape;602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5" name="Google Shape;603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6" name="Google Shape;604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44" name="Google Shape;605;p9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638" name="Google Shape;606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39" name="Google Shape;607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0" name="Google Shape;608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1" name="Google Shape;609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2" name="Google Shape;610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3" name="Google Shape;611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51" name="Google Shape;612;p9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645" name="Google Shape;613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6" name="Google Shape;614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7" name="Google Shape;615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8" name="Google Shape;616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49" name="Google Shape;617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0" name="Google Shape;618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58" name="Google Shape;619;p9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652" name="Google Shape;620;p9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3" name="Google Shape;621;p9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4" name="Google Shape;622;p9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5" name="Google Shape;623;p9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6" name="Google Shape;624;p9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57" name="Google Shape;625;p9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661" name="Google Shape;626;p9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63" name="Google Shape;627;p9" descr="Google Shape;627;p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65" name="Body Level One…"/>
          <p:cNvSpPr txBox="1"/>
          <p:nvPr>
            <p:ph type="body" sz="quarter" idx="1"/>
          </p:nvPr>
        </p:nvSpPr>
        <p:spPr>
          <a:xfrm>
            <a:off x="457200" y="1151333"/>
            <a:ext cx="4040100" cy="479701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228600" indent="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6" name="Google Shape;630;p9"/>
          <p:cNvSpPr txBox="1"/>
          <p:nvPr>
            <p:ph type="body" sz="quarter" idx="21"/>
          </p:nvPr>
        </p:nvSpPr>
        <p:spPr>
          <a:xfrm>
            <a:off x="4645269" y="1151333"/>
            <a:ext cx="4041600" cy="479701"/>
          </a:xfrm>
          <a:prstGeom prst="rect">
            <a:avLst/>
          </a:prstGeom>
        </p:spPr>
        <p:txBody>
          <a:bodyPr lIns="44450" tIns="44450" rIns="44450" bIns="44450" anchor="b"/>
          <a:lstStyle/>
          <a:p>
            <a:pPr marL="443484" indent="-332613" defTabSz="886968">
              <a:spcBef>
                <a:spcPts val="600"/>
              </a:spcBef>
              <a:buSzPts val="3100"/>
              <a:defRPr sz="3104"/>
            </a:pPr>
          </a:p>
        </p:txBody>
      </p:sp>
      <p:sp>
        <p:nvSpPr>
          <p:cNvPr id="667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633;p10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788" name="Google Shape;634;p10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730" name="Google Shape;635;p10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680" name="Google Shape;636;p10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674" name="Google Shape;637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75" name="Google Shape;638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76" name="Google Shape;639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77" name="Google Shape;640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78" name="Google Shape;641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79" name="Google Shape;642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87" name="Google Shape;643;p10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681" name="Google Shape;644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2" name="Google Shape;645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3" name="Google Shape;646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4" name="Google Shape;647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5" name="Google Shape;648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6" name="Google Shape;649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694" name="Google Shape;650;p10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688" name="Google Shape;651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89" name="Google Shape;652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0" name="Google Shape;653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1" name="Google Shape;654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2" name="Google Shape;655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3" name="Google Shape;656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01" name="Google Shape;657;p10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695" name="Google Shape;658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6" name="Google Shape;659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7" name="Google Shape;660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8" name="Google Shape;661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699" name="Google Shape;662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0" name="Google Shape;663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08" name="Google Shape;664;p10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702" name="Google Shape;665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3" name="Google Shape;666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4" name="Google Shape;667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5" name="Google Shape;668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6" name="Google Shape;669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07" name="Google Shape;670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15" name="Google Shape;671;p10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709" name="Google Shape;672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0" name="Google Shape;673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1" name="Google Shape;674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2" name="Google Shape;675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3" name="Google Shape;676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4" name="Google Shape;677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22" name="Google Shape;678;p10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716" name="Google Shape;679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7" name="Google Shape;680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8" name="Google Shape;681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19" name="Google Shape;682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0" name="Google Shape;683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1" name="Google Shape;684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29" name="Google Shape;685;p10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723" name="Google Shape;686;p10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4" name="Google Shape;687;p10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5" name="Google Shape;688;p10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6" name="Google Shape;689;p10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7" name="Google Shape;690;p10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28" name="Google Shape;691;p10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787" name="Google Shape;692;p10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737" name="Google Shape;693;p10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31" name="Google Shape;694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2" name="Google Shape;695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3" name="Google Shape;696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4" name="Google Shape;697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5" name="Google Shape;698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6" name="Google Shape;699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44" name="Google Shape;700;p10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38" name="Google Shape;701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39" name="Google Shape;702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0" name="Google Shape;703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1" name="Google Shape;704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2" name="Google Shape;705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3" name="Google Shape;706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51" name="Google Shape;707;p10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45" name="Google Shape;708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6" name="Google Shape;709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7" name="Google Shape;710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8" name="Google Shape;711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49" name="Google Shape;712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0" name="Google Shape;713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58" name="Google Shape;714;p10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752" name="Google Shape;715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3" name="Google Shape;716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4" name="Google Shape;717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5" name="Google Shape;718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6" name="Google Shape;719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57" name="Google Shape;720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65" name="Google Shape;721;p10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59" name="Google Shape;722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0" name="Google Shape;723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1" name="Google Shape;724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2" name="Google Shape;725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3" name="Google Shape;726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4" name="Google Shape;727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72" name="Google Shape;728;p10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766" name="Google Shape;729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7" name="Google Shape;730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8" name="Google Shape;731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69" name="Google Shape;732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0" name="Google Shape;733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1" name="Google Shape;734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79" name="Google Shape;735;p10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773" name="Google Shape;736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4" name="Google Shape;737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5" name="Google Shape;738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6" name="Google Shape;739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7" name="Google Shape;740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78" name="Google Shape;741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786" name="Google Shape;742;p10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780" name="Google Shape;743;p10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1" name="Google Shape;744;p10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2" name="Google Shape;745;p10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3" name="Google Shape;746;p10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4" name="Google Shape;747;p10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785" name="Google Shape;748;p10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789" name="Google Shape;749;p10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791" name="Google Shape;750;p10" descr="Google Shape;75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792" name="Title Text"/>
          <p:cNvSpPr txBox="1"/>
          <p:nvPr>
            <p:ph type="title"/>
          </p:nvPr>
        </p:nvSpPr>
        <p:spPr>
          <a:xfrm>
            <a:off x="990600" y="457200"/>
            <a:ext cx="7162800" cy="8574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93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Google Shape;754;p11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914" name="Google Shape;755;p11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856" name="Google Shape;756;p11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806" name="Google Shape;757;p11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800" name="Google Shape;758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1" name="Google Shape;759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2" name="Google Shape;760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3" name="Google Shape;761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4" name="Google Shape;762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5" name="Google Shape;763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13" name="Google Shape;764;p11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807" name="Google Shape;765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8" name="Google Shape;766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09" name="Google Shape;767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0" name="Google Shape;768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1" name="Google Shape;769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2" name="Google Shape;770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20" name="Google Shape;771;p11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814" name="Google Shape;772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5" name="Google Shape;773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6" name="Google Shape;774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7" name="Google Shape;775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8" name="Google Shape;776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19" name="Google Shape;777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27" name="Google Shape;778;p11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821" name="Google Shape;779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2" name="Google Shape;780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3" name="Google Shape;781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4" name="Google Shape;782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5" name="Google Shape;783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6" name="Google Shape;784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34" name="Google Shape;785;p11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828" name="Google Shape;786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29" name="Google Shape;787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0" name="Google Shape;788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1" name="Google Shape;789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2" name="Google Shape;790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3" name="Google Shape;791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41" name="Google Shape;792;p11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835" name="Google Shape;793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6" name="Google Shape;794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7" name="Google Shape;795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8" name="Google Shape;796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39" name="Google Shape;797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0" name="Google Shape;798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48" name="Google Shape;799;p11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842" name="Google Shape;800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3" name="Google Shape;801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4" name="Google Shape;802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5" name="Google Shape;803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6" name="Google Shape;804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47" name="Google Shape;805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55" name="Google Shape;806;p11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849" name="Google Shape;807;p11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0" name="Google Shape;808;p11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1" name="Google Shape;809;p11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2" name="Google Shape;810;p11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3" name="Google Shape;811;p11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4" name="Google Shape;812;p11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913" name="Google Shape;813;p11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863" name="Google Shape;814;p11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857" name="Google Shape;815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8" name="Google Shape;816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59" name="Google Shape;817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0" name="Google Shape;818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1" name="Google Shape;819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2" name="Google Shape;820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70" name="Google Shape;821;p11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864" name="Google Shape;822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5" name="Google Shape;823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6" name="Google Shape;824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7" name="Google Shape;825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8" name="Google Shape;826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69" name="Google Shape;827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77" name="Google Shape;828;p11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871" name="Google Shape;829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2" name="Google Shape;830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3" name="Google Shape;831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4" name="Google Shape;832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5" name="Google Shape;833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6" name="Google Shape;834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84" name="Google Shape;835;p11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878" name="Google Shape;836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79" name="Google Shape;837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0" name="Google Shape;838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1" name="Google Shape;839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2" name="Google Shape;840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3" name="Google Shape;841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91" name="Google Shape;842;p11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885" name="Google Shape;843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6" name="Google Shape;844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7" name="Google Shape;845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8" name="Google Shape;846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89" name="Google Shape;847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0" name="Google Shape;848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898" name="Google Shape;849;p11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892" name="Google Shape;850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3" name="Google Shape;851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4" name="Google Shape;852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5" name="Google Shape;853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6" name="Google Shape;854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897" name="Google Shape;855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05" name="Google Shape;856;p11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899" name="Google Shape;857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0" name="Google Shape;858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1" name="Google Shape;859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2" name="Google Shape;860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3" name="Google Shape;861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4" name="Google Shape;862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12" name="Google Shape;863;p11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906" name="Google Shape;864;p11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7" name="Google Shape;865;p11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8" name="Google Shape;866;p11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09" name="Google Shape;867;p11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10" name="Google Shape;868;p11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11" name="Google Shape;869;p11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915" name="Google Shape;870;p11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917" name="Google Shape;871;p11" descr="Google Shape;871;p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918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874;p12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1039" name="Google Shape;875;p12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981" name="Google Shape;876;p12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931" name="Google Shape;877;p12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925" name="Google Shape;878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26" name="Google Shape;879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27" name="Google Shape;880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28" name="Google Shape;881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29" name="Google Shape;882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0" name="Google Shape;883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38" name="Google Shape;884;p12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932" name="Google Shape;885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3" name="Google Shape;886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4" name="Google Shape;887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5" name="Google Shape;888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6" name="Google Shape;889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37" name="Google Shape;890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45" name="Google Shape;891;p12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939" name="Google Shape;892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0" name="Google Shape;893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1" name="Google Shape;894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2" name="Google Shape;895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3" name="Google Shape;896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4" name="Google Shape;897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52" name="Google Shape;898;p12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946" name="Google Shape;899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7" name="Google Shape;900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8" name="Google Shape;901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49" name="Google Shape;902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0" name="Google Shape;903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1" name="Google Shape;904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59" name="Google Shape;905;p12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953" name="Google Shape;906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4" name="Google Shape;907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5" name="Google Shape;908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6" name="Google Shape;909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7" name="Google Shape;910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58" name="Google Shape;911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66" name="Google Shape;912;p12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960" name="Google Shape;913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1" name="Google Shape;914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2" name="Google Shape;915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3" name="Google Shape;916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4" name="Google Shape;917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5" name="Google Shape;918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73" name="Google Shape;919;p12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967" name="Google Shape;920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8" name="Google Shape;921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69" name="Google Shape;922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0" name="Google Shape;923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1" name="Google Shape;924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2" name="Google Shape;925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80" name="Google Shape;926;p12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974" name="Google Shape;927;p12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5" name="Google Shape;928;p12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6" name="Google Shape;929;p12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7" name="Google Shape;930;p12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8" name="Google Shape;931;p12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79" name="Google Shape;932;p12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1038" name="Google Shape;933;p12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988" name="Google Shape;934;p12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982" name="Google Shape;935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3" name="Google Shape;936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4" name="Google Shape;937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5" name="Google Shape;938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6" name="Google Shape;939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87" name="Google Shape;940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995" name="Google Shape;941;p12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989" name="Google Shape;942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0" name="Google Shape;943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1" name="Google Shape;944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2" name="Google Shape;945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3" name="Google Shape;946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4" name="Google Shape;947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02" name="Google Shape;948;p12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996" name="Google Shape;949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7" name="Google Shape;950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8" name="Google Shape;951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999" name="Google Shape;952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0" name="Google Shape;953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1" name="Google Shape;954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09" name="Google Shape;955;p12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003" name="Google Shape;956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4" name="Google Shape;957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5" name="Google Shape;958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6" name="Google Shape;959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7" name="Google Shape;960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08" name="Google Shape;961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16" name="Google Shape;962;p12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010" name="Google Shape;963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1" name="Google Shape;964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2" name="Google Shape;965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3" name="Google Shape;966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4" name="Google Shape;967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5" name="Google Shape;968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23" name="Google Shape;969;p12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017" name="Google Shape;970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8" name="Google Shape;971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19" name="Google Shape;972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0" name="Google Shape;973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1" name="Google Shape;974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2" name="Google Shape;975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30" name="Google Shape;976;p12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024" name="Google Shape;977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5" name="Google Shape;978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6" name="Google Shape;979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7" name="Google Shape;980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8" name="Google Shape;981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29" name="Google Shape;982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37" name="Google Shape;983;p12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031" name="Google Shape;984;p12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32" name="Google Shape;985;p12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33" name="Google Shape;986;p12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34" name="Google Shape;987;p12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35" name="Google Shape;988;p12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36" name="Google Shape;989;p12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1040" name="Google Shape;990;p12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1042" name="Google Shape;991;p12" descr="Google Shape;991;p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Title Text"/>
          <p:cNvSpPr txBox="1"/>
          <p:nvPr>
            <p:ph type="title"/>
          </p:nvPr>
        </p:nvSpPr>
        <p:spPr>
          <a:xfrm>
            <a:off x="457200" y="204785"/>
            <a:ext cx="3008401" cy="871502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>
              <a:lnSpc>
                <a:spcPct val="90000"/>
              </a:lnSpc>
              <a:defRPr b="1" sz="1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44" name="Body Level One…"/>
          <p:cNvSpPr txBox="1"/>
          <p:nvPr>
            <p:ph type="body" idx="1"/>
          </p:nvPr>
        </p:nvSpPr>
        <p:spPr>
          <a:xfrm>
            <a:off x="3575537" y="204788"/>
            <a:ext cx="5111401" cy="43899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b="1" sz="24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b="1" sz="24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b="1" sz="24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b="1" sz="24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800"/>
              </a:spcBef>
              <a:buClrTx/>
              <a:buSzTx/>
              <a:buFontTx/>
              <a:buNone/>
              <a:defRPr b="1" sz="24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5" name="Google Shape;994;p12"/>
          <p:cNvSpPr txBox="1"/>
          <p:nvPr>
            <p:ph type="body" sz="half" idx="21"/>
          </p:nvPr>
        </p:nvSpPr>
        <p:spPr>
          <a:xfrm>
            <a:off x="457199" y="1076325"/>
            <a:ext cx="3008402" cy="3518401"/>
          </a:xfrm>
          <a:prstGeom prst="rect">
            <a:avLst/>
          </a:prstGeom>
        </p:spPr>
        <p:txBody>
          <a:bodyPr lIns="44450" tIns="44450" rIns="44450" bIns="44450"/>
          <a:lstStyle/>
          <a:p>
            <a:pPr/>
          </a:p>
        </p:txBody>
      </p:sp>
      <p:sp>
        <p:nvSpPr>
          <p:cNvPr id="1046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997;p13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1167" name="Google Shape;998;p13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1109" name="Google Shape;999;p13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1059" name="Google Shape;1000;p13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053" name="Google Shape;1001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4" name="Google Shape;1002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5" name="Google Shape;1003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6" name="Google Shape;1004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7" name="Google Shape;1005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58" name="Google Shape;1006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66" name="Google Shape;1007;p13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060" name="Google Shape;1008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1" name="Google Shape;1009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2" name="Google Shape;1010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3" name="Google Shape;1011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4" name="Google Shape;1012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5" name="Google Shape;1013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73" name="Google Shape;1014;p13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067" name="Google Shape;1015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8" name="Google Shape;1016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69" name="Google Shape;1017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0" name="Google Shape;1018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1" name="Google Shape;1019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2" name="Google Shape;1020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80" name="Google Shape;1021;p13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074" name="Google Shape;1022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5" name="Google Shape;1023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6" name="Google Shape;1024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7" name="Google Shape;1025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8" name="Google Shape;1026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79" name="Google Shape;1027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87" name="Google Shape;1028;p13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081" name="Google Shape;1029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2" name="Google Shape;1030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3" name="Google Shape;1031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4" name="Google Shape;1032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5" name="Google Shape;1033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6" name="Google Shape;1034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094" name="Google Shape;1035;p13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088" name="Google Shape;1036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89" name="Google Shape;1037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0" name="Google Shape;1038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1" name="Google Shape;1039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2" name="Google Shape;1040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3" name="Google Shape;1041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01" name="Google Shape;1042;p13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095" name="Google Shape;1043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6" name="Google Shape;1044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7" name="Google Shape;1045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8" name="Google Shape;1046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099" name="Google Shape;1047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0" name="Google Shape;1048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08" name="Google Shape;1049;p13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102" name="Google Shape;1050;p13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3" name="Google Shape;1051;p13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4" name="Google Shape;1052;p13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5" name="Google Shape;1053;p13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6" name="Google Shape;1054;p13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07" name="Google Shape;1055;p13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1166" name="Google Shape;1056;p13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1116" name="Google Shape;1057;p13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10" name="Google Shape;1058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1" name="Google Shape;1059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2" name="Google Shape;1060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3" name="Google Shape;1061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4" name="Google Shape;1062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5" name="Google Shape;1063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23" name="Google Shape;1064;p13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17" name="Google Shape;1065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8" name="Google Shape;1066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19" name="Google Shape;1067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0" name="Google Shape;1068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1" name="Google Shape;1069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2" name="Google Shape;1070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30" name="Google Shape;1071;p13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24" name="Google Shape;1072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5" name="Google Shape;1073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6" name="Google Shape;1074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7" name="Google Shape;1075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8" name="Google Shape;1076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29" name="Google Shape;1077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37" name="Google Shape;1078;p13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131" name="Google Shape;1079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2" name="Google Shape;1080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3" name="Google Shape;1081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4" name="Google Shape;1082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5" name="Google Shape;1083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6" name="Google Shape;1084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44" name="Google Shape;1085;p13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38" name="Google Shape;1086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39" name="Google Shape;1087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0" name="Google Shape;1088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1" name="Google Shape;1089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2" name="Google Shape;1090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3" name="Google Shape;1091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51" name="Google Shape;1092;p13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145" name="Google Shape;1093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6" name="Google Shape;1094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7" name="Google Shape;1095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8" name="Google Shape;1096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49" name="Google Shape;1097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0" name="Google Shape;1098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58" name="Google Shape;1099;p13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152" name="Google Shape;1100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3" name="Google Shape;1101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4" name="Google Shape;1102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5" name="Google Shape;1103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6" name="Google Shape;1104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57" name="Google Shape;1105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65" name="Google Shape;1106;p13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159" name="Google Shape;1107;p13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0" name="Google Shape;1108;p13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1" name="Google Shape;1109;p13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2" name="Google Shape;1110;p13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3" name="Google Shape;1111;p13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64" name="Google Shape;1112;p13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1168" name="Google Shape;1113;p13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1170" name="Google Shape;1114;p13" descr="Google Shape;1114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1171" name="Title Text"/>
          <p:cNvSpPr txBox="1"/>
          <p:nvPr>
            <p:ph type="title"/>
          </p:nvPr>
        </p:nvSpPr>
        <p:spPr>
          <a:xfrm>
            <a:off x="1792165" y="3600450"/>
            <a:ext cx="5486401" cy="425101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>
              <a:lnSpc>
                <a:spcPct val="90000"/>
              </a:lnSpc>
              <a:defRPr b="1" sz="1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2" name="Google Shape;1116;p13"/>
          <p:cNvSpPr/>
          <p:nvPr>
            <p:ph type="pic" sz="half" idx="21"/>
          </p:nvPr>
        </p:nvSpPr>
        <p:spPr>
          <a:xfrm>
            <a:off x="1792165" y="459581"/>
            <a:ext cx="5486401" cy="3086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73" name="Body Level One…"/>
          <p:cNvSpPr txBox="1"/>
          <p:nvPr>
            <p:ph type="body" sz="quarter" idx="1"/>
          </p:nvPr>
        </p:nvSpPr>
        <p:spPr>
          <a:xfrm>
            <a:off x="1792165" y="4025503"/>
            <a:ext cx="5486401" cy="603601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spcBef>
                <a:spcPts val="300"/>
              </a:spcBef>
              <a:buClrTx/>
              <a:buSzTx/>
              <a:buFontTx/>
              <a:buNone/>
              <a:defRPr b="1" sz="10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300"/>
              </a:spcBef>
              <a:buClrTx/>
              <a:buSzTx/>
              <a:buFontTx/>
              <a:buNone/>
              <a:defRPr b="1" sz="10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300"/>
              </a:spcBef>
              <a:buClrTx/>
              <a:buSzTx/>
              <a:buFontTx/>
              <a:buNone/>
              <a:defRPr b="1" sz="10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300"/>
              </a:spcBef>
              <a:buClrTx/>
              <a:buSzTx/>
              <a:buFontTx/>
              <a:buNone/>
              <a:defRPr b="1" sz="10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300"/>
              </a:spcBef>
              <a:buClrTx/>
              <a:buSzTx/>
              <a:buFontTx/>
              <a:buNone/>
              <a:defRPr b="1" sz="10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4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7" name="Google Shape;1120;p14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1295" name="Google Shape;1121;p14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1237" name="Google Shape;1122;p14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1187" name="Google Shape;1123;p14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181" name="Google Shape;1124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2" name="Google Shape;1125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3" name="Google Shape;1126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4" name="Google Shape;1127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5" name="Google Shape;1128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6" name="Google Shape;1129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194" name="Google Shape;1130;p14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188" name="Google Shape;1131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89" name="Google Shape;1132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0" name="Google Shape;1133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1" name="Google Shape;1134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2" name="Google Shape;1135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3" name="Google Shape;1136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01" name="Google Shape;1137;p14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195" name="Google Shape;1138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6" name="Google Shape;1139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7" name="Google Shape;1140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8" name="Google Shape;1141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199" name="Google Shape;1142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0" name="Google Shape;1143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08" name="Google Shape;1144;p14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202" name="Google Shape;1145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3" name="Google Shape;1146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4" name="Google Shape;1147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5" name="Google Shape;1148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6" name="Google Shape;1149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07" name="Google Shape;1150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15" name="Google Shape;1151;p14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209" name="Google Shape;1152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0" name="Google Shape;1153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1" name="Google Shape;1154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2" name="Google Shape;1155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3" name="Google Shape;1156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4" name="Google Shape;1157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22" name="Google Shape;1158;p14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216" name="Google Shape;1159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7" name="Google Shape;1160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8" name="Google Shape;1161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19" name="Google Shape;1162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0" name="Google Shape;1163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1" name="Google Shape;1164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29" name="Google Shape;1165;p14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223" name="Google Shape;1166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4" name="Google Shape;1167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5" name="Google Shape;1168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6" name="Google Shape;1169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7" name="Google Shape;1170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28" name="Google Shape;1171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36" name="Google Shape;1172;p14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230" name="Google Shape;1173;p14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1" name="Google Shape;1174;p14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2" name="Google Shape;1175;p14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3" name="Google Shape;1176;p14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4" name="Google Shape;1177;p14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5" name="Google Shape;1178;p14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1294" name="Google Shape;1179;p14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1244" name="Google Shape;1180;p14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238" name="Google Shape;1181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39" name="Google Shape;1182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0" name="Google Shape;1183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1" name="Google Shape;1184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2" name="Google Shape;1185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3" name="Google Shape;1186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51" name="Google Shape;1187;p14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245" name="Google Shape;1188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6" name="Google Shape;1189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7" name="Google Shape;1190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8" name="Google Shape;1191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49" name="Google Shape;1192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0" name="Google Shape;1193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58" name="Google Shape;1194;p14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252" name="Google Shape;1195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3" name="Google Shape;1196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4" name="Google Shape;1197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5" name="Google Shape;1198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6" name="Google Shape;1199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57" name="Google Shape;1200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65" name="Google Shape;1201;p14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259" name="Google Shape;1202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0" name="Google Shape;1203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1" name="Google Shape;1204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2" name="Google Shape;1205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3" name="Google Shape;1206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4" name="Google Shape;1207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72" name="Google Shape;1208;p14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266" name="Google Shape;1209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7" name="Google Shape;1210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8" name="Google Shape;1211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69" name="Google Shape;1212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0" name="Google Shape;1213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1" name="Google Shape;1214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79" name="Google Shape;1215;p14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273" name="Google Shape;1216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4" name="Google Shape;1217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5" name="Google Shape;1218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6" name="Google Shape;1219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7" name="Google Shape;1220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78" name="Google Shape;1221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86" name="Google Shape;1222;p14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280" name="Google Shape;1223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1" name="Google Shape;1224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2" name="Google Shape;1225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3" name="Google Shape;1226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4" name="Google Shape;1227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5" name="Google Shape;1228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293" name="Google Shape;1229;p14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287" name="Google Shape;1230;p14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8" name="Google Shape;1231;p14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89" name="Google Shape;1232;p14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90" name="Google Shape;1233;p14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91" name="Google Shape;1234;p14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292" name="Google Shape;1235;p14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1296" name="Google Shape;1236;p14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1298" name="Google Shape;1237;p14" descr="Google Shape;1237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1299" name="Title Text"/>
          <p:cNvSpPr txBox="1"/>
          <p:nvPr>
            <p:ph type="title"/>
          </p:nvPr>
        </p:nvSpPr>
        <p:spPr>
          <a:xfrm>
            <a:off x="990600" y="457200"/>
            <a:ext cx="7162800" cy="8574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00" name="Body Level One…"/>
          <p:cNvSpPr txBox="1"/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1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4" name="Google Shape;1242;p15"/>
          <p:cNvGrpSpPr/>
          <p:nvPr/>
        </p:nvGrpSpPr>
        <p:grpSpPr>
          <a:xfrm>
            <a:off x="70338" y="59530"/>
            <a:ext cx="8954904" cy="4980424"/>
            <a:chOff x="0" y="0"/>
            <a:chExt cx="8954903" cy="4980423"/>
          </a:xfrm>
        </p:grpSpPr>
        <p:grpSp>
          <p:nvGrpSpPr>
            <p:cNvPr id="1422" name="Google Shape;1243;p15"/>
            <p:cNvGrpSpPr/>
            <p:nvPr/>
          </p:nvGrpSpPr>
          <p:grpSpPr>
            <a:xfrm>
              <a:off x="-1" y="0"/>
              <a:ext cx="8954904" cy="4980424"/>
              <a:chOff x="0" y="0"/>
              <a:chExt cx="8954902" cy="4980423"/>
            </a:xfrm>
          </p:grpSpPr>
          <p:grpSp>
            <p:nvGrpSpPr>
              <p:cNvPr id="1364" name="Google Shape;1244;p15"/>
              <p:cNvGrpSpPr/>
              <p:nvPr/>
            </p:nvGrpSpPr>
            <p:grpSpPr>
              <a:xfrm>
                <a:off x="-1" y="0"/>
                <a:ext cx="1098387" cy="1215666"/>
                <a:chOff x="0" y="0"/>
                <a:chExt cx="1098386" cy="1215665"/>
              </a:xfrm>
            </p:grpSpPr>
            <p:grpSp>
              <p:nvGrpSpPr>
                <p:cNvPr id="1314" name="Google Shape;1245;p15"/>
                <p:cNvGrpSpPr/>
                <p:nvPr/>
              </p:nvGrpSpPr>
              <p:grpSpPr>
                <a:xfrm>
                  <a:off x="0" y="0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308" name="Google Shape;1246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09" name="Google Shape;1247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0" name="Google Shape;1248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1" name="Google Shape;1249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2" name="Google Shape;1250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3" name="Google Shape;1251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21" name="Google Shape;1252;p15"/>
                <p:cNvGrpSpPr/>
                <p:nvPr/>
              </p:nvGrpSpPr>
              <p:grpSpPr>
                <a:xfrm>
                  <a:off x="0" y="159543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315" name="Google Shape;1253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6" name="Google Shape;1254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7" name="Google Shape;1255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8" name="Google Shape;1256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19" name="Google Shape;1257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0" name="Google Shape;1258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28" name="Google Shape;1259;p15"/>
                <p:cNvGrpSpPr/>
                <p:nvPr/>
              </p:nvGrpSpPr>
              <p:grpSpPr>
                <a:xfrm>
                  <a:off x="0" y="32265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322" name="Google Shape;1260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3" name="Google Shape;1261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4" name="Google Shape;1262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5" name="Google Shape;1263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6" name="Google Shape;1264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27" name="Google Shape;1265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35" name="Google Shape;1266;p15"/>
                <p:cNvGrpSpPr/>
                <p:nvPr/>
              </p:nvGrpSpPr>
              <p:grpSpPr>
                <a:xfrm>
                  <a:off x="0" y="48577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329" name="Google Shape;1267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0" name="Google Shape;1268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1" name="Google Shape;1269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2" name="Google Shape;1270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3" name="Google Shape;1271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4" name="Google Shape;1272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42" name="Google Shape;1273;p15"/>
                <p:cNvGrpSpPr/>
                <p:nvPr/>
              </p:nvGrpSpPr>
              <p:grpSpPr>
                <a:xfrm>
                  <a:off x="0" y="646509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336" name="Google Shape;1274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7" name="Google Shape;1275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8" name="Google Shape;1276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39" name="Google Shape;1277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0" name="Google Shape;1278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1" name="Google Shape;1279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49" name="Google Shape;1280;p15"/>
                <p:cNvGrpSpPr/>
                <p:nvPr/>
              </p:nvGrpSpPr>
              <p:grpSpPr>
                <a:xfrm>
                  <a:off x="0" y="809624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343" name="Google Shape;1281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4" name="Google Shape;1282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5" name="Google Shape;1283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6" name="Google Shape;1284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7" name="Google Shape;1285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48" name="Google Shape;1286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56" name="Google Shape;1287;p15"/>
                <p:cNvGrpSpPr/>
                <p:nvPr/>
              </p:nvGrpSpPr>
              <p:grpSpPr>
                <a:xfrm>
                  <a:off x="0" y="971549"/>
                  <a:ext cx="1098387" cy="81002"/>
                  <a:chOff x="0" y="0"/>
                  <a:chExt cx="1098386" cy="81000"/>
                </a:xfrm>
              </p:grpSpPr>
              <p:sp>
                <p:nvSpPr>
                  <p:cNvPr id="1350" name="Google Shape;1288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1" name="Google Shape;1289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2" name="Google Shape;1290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3" name="Google Shape;1291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4" name="Google Shape;1292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5" name="Google Shape;1293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63" name="Google Shape;1294;p15"/>
                <p:cNvGrpSpPr/>
                <p:nvPr/>
              </p:nvGrpSpPr>
              <p:grpSpPr>
                <a:xfrm>
                  <a:off x="0" y="1134665"/>
                  <a:ext cx="1098387" cy="81001"/>
                  <a:chOff x="0" y="0"/>
                  <a:chExt cx="1098386" cy="81000"/>
                </a:xfrm>
              </p:grpSpPr>
              <p:sp>
                <p:nvSpPr>
                  <p:cNvPr id="1357" name="Google Shape;1295;p15"/>
                  <p:cNvSpPr/>
                  <p:nvPr/>
                </p:nvSpPr>
                <p:spPr>
                  <a:xfrm>
                    <a:off x="0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8" name="Google Shape;1296;p15"/>
                  <p:cNvSpPr/>
                  <p:nvPr/>
                </p:nvSpPr>
                <p:spPr>
                  <a:xfrm>
                    <a:off x="20002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59" name="Google Shape;1297;p15"/>
                  <p:cNvSpPr/>
                  <p:nvPr/>
                </p:nvSpPr>
                <p:spPr>
                  <a:xfrm>
                    <a:off x="401632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0" name="Google Shape;1298;p15"/>
                  <p:cNvSpPr/>
                  <p:nvPr/>
                </p:nvSpPr>
                <p:spPr>
                  <a:xfrm>
                    <a:off x="601654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1" name="Google Shape;1299;p15"/>
                  <p:cNvSpPr/>
                  <p:nvPr/>
                </p:nvSpPr>
                <p:spPr>
                  <a:xfrm>
                    <a:off x="80167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2" name="Google Shape;1300;p15"/>
                  <p:cNvSpPr/>
                  <p:nvPr/>
                </p:nvSpPr>
                <p:spPr>
                  <a:xfrm>
                    <a:off x="1003286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  <p:grpSp>
            <p:nvGrpSpPr>
              <p:cNvPr id="1421" name="Google Shape;1301;p15"/>
              <p:cNvGrpSpPr/>
              <p:nvPr/>
            </p:nvGrpSpPr>
            <p:grpSpPr>
              <a:xfrm>
                <a:off x="7858015" y="3764758"/>
                <a:ext cx="1096888" cy="1215666"/>
                <a:chOff x="0" y="0"/>
                <a:chExt cx="1096887" cy="1215665"/>
              </a:xfrm>
            </p:grpSpPr>
            <p:grpSp>
              <p:nvGrpSpPr>
                <p:cNvPr id="1371" name="Google Shape;1302;p15"/>
                <p:cNvGrpSpPr/>
                <p:nvPr/>
              </p:nvGrpSpPr>
              <p:grpSpPr>
                <a:xfrm>
                  <a:off x="-1" y="0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365" name="Google Shape;1303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6" name="Google Shape;1304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7" name="Google Shape;1305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8" name="Google Shape;1306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69" name="Google Shape;1307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0" name="Google Shape;1308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78" name="Google Shape;1309;p15"/>
                <p:cNvGrpSpPr/>
                <p:nvPr/>
              </p:nvGrpSpPr>
              <p:grpSpPr>
                <a:xfrm>
                  <a:off x="-1" y="159543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372" name="Google Shape;1310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3" name="Google Shape;1311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4" name="Google Shape;1312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5" name="Google Shape;1313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6" name="Google Shape;1314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77" name="Google Shape;1315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85" name="Google Shape;1316;p15"/>
                <p:cNvGrpSpPr/>
                <p:nvPr/>
              </p:nvGrpSpPr>
              <p:grpSpPr>
                <a:xfrm>
                  <a:off x="-1" y="32265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379" name="Google Shape;1317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0" name="Google Shape;1318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1" name="Google Shape;1319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2" name="Google Shape;1320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3" name="Google Shape;1321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4" name="Google Shape;1322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92" name="Google Shape;1323;p15"/>
                <p:cNvGrpSpPr/>
                <p:nvPr/>
              </p:nvGrpSpPr>
              <p:grpSpPr>
                <a:xfrm>
                  <a:off x="-1" y="48577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386" name="Google Shape;1324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7" name="Google Shape;1325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8" name="Google Shape;1326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89" name="Google Shape;1327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0" name="Google Shape;1328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1" name="Google Shape;1329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399" name="Google Shape;1330;p15"/>
                <p:cNvGrpSpPr/>
                <p:nvPr/>
              </p:nvGrpSpPr>
              <p:grpSpPr>
                <a:xfrm>
                  <a:off x="-1" y="646509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393" name="Google Shape;1331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4" name="Google Shape;1332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5" name="Google Shape;1333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6" name="Google Shape;1334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7" name="Google Shape;1335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398" name="Google Shape;1336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406" name="Google Shape;1337;p15"/>
                <p:cNvGrpSpPr/>
                <p:nvPr/>
              </p:nvGrpSpPr>
              <p:grpSpPr>
                <a:xfrm>
                  <a:off x="-1" y="809624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400" name="Google Shape;1338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1" name="Google Shape;1339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2" name="Google Shape;1340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3" name="Google Shape;1341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4" name="Google Shape;1342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5" name="Google Shape;1343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413" name="Google Shape;1344;p15"/>
                <p:cNvGrpSpPr/>
                <p:nvPr/>
              </p:nvGrpSpPr>
              <p:grpSpPr>
                <a:xfrm>
                  <a:off x="-1" y="971549"/>
                  <a:ext cx="1096889" cy="81002"/>
                  <a:chOff x="0" y="0"/>
                  <a:chExt cx="1096887" cy="81000"/>
                </a:xfrm>
              </p:grpSpPr>
              <p:sp>
                <p:nvSpPr>
                  <p:cNvPr id="1407" name="Google Shape;1345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8" name="Google Shape;1346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09" name="Google Shape;1347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0" name="Google Shape;1348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1" name="Google Shape;1349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2" name="Google Shape;1350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  <p:grpSp>
              <p:nvGrpSpPr>
                <p:cNvPr id="1420" name="Google Shape;1351;p15"/>
                <p:cNvGrpSpPr/>
                <p:nvPr/>
              </p:nvGrpSpPr>
              <p:grpSpPr>
                <a:xfrm>
                  <a:off x="-1" y="1134665"/>
                  <a:ext cx="1096889" cy="81001"/>
                  <a:chOff x="0" y="0"/>
                  <a:chExt cx="1096887" cy="81000"/>
                </a:xfrm>
              </p:grpSpPr>
              <p:sp>
                <p:nvSpPr>
                  <p:cNvPr id="1414" name="Google Shape;1352;p15"/>
                  <p:cNvSpPr/>
                  <p:nvPr/>
                </p:nvSpPr>
                <p:spPr>
                  <a:xfrm>
                    <a:off x="-1" y="-1"/>
                    <a:ext cx="93602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5" name="Google Shape;1353;p15"/>
                  <p:cNvSpPr/>
                  <p:nvPr/>
                </p:nvSpPr>
                <p:spPr>
                  <a:xfrm>
                    <a:off x="193673" y="-1"/>
                    <a:ext cx="999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6" name="Google Shape;1354;p15"/>
                  <p:cNvSpPr/>
                  <p:nvPr/>
                </p:nvSpPr>
                <p:spPr>
                  <a:xfrm>
                    <a:off x="400045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7" name="Google Shape;1355;p15"/>
                  <p:cNvSpPr/>
                  <p:nvPr/>
                </p:nvSpPr>
                <p:spPr>
                  <a:xfrm>
                    <a:off x="600067" y="-1"/>
                    <a:ext cx="951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8" name="Google Shape;1356;p15"/>
                  <p:cNvSpPr/>
                  <p:nvPr/>
                </p:nvSpPr>
                <p:spPr>
                  <a:xfrm>
                    <a:off x="801676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  <p:sp>
                <p:nvSpPr>
                  <p:cNvPr id="1419" name="Google Shape;1357;p15"/>
                  <p:cNvSpPr/>
                  <p:nvPr/>
                </p:nvSpPr>
                <p:spPr>
                  <a:xfrm>
                    <a:off x="1003287" y="-1"/>
                    <a:ext cx="93601" cy="8100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sx="100000" sy="100000" kx="0" ky="0" algn="b" rotWithShape="0" blurRad="63500" dist="53882" dir="270000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800">
                        <a:latin typeface="Calibri"/>
                        <a:ea typeface="Calibri"/>
                        <a:cs typeface="Calibri"/>
                        <a:sym typeface="Calibri"/>
                      </a:defRPr>
                    </a:pPr>
                  </a:p>
                </p:txBody>
              </p:sp>
            </p:grpSp>
          </p:grpSp>
        </p:grpSp>
        <p:sp>
          <p:nvSpPr>
            <p:cNvPr id="1423" name="Google Shape;1358;p15"/>
            <p:cNvSpPr/>
            <p:nvPr/>
          </p:nvSpPr>
          <p:spPr>
            <a:xfrm>
              <a:off x="393693" y="302420"/>
              <a:ext cx="8216702" cy="44196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63500" dist="71842" dir="2700000">
                <a:srgbClr val="232323">
                  <a:alpha val="7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1425" name="Google Shape;1359;p15" descr="Google Shape;1359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789" y="4245769"/>
            <a:ext cx="977411" cy="440533"/>
          </a:xfrm>
          <a:prstGeom prst="rect">
            <a:avLst/>
          </a:prstGeom>
          <a:ln w="12700">
            <a:miter lim="400000"/>
          </a:ln>
        </p:spPr>
      </p:pic>
      <p:sp>
        <p:nvSpPr>
          <p:cNvPr id="1426" name="Title Text"/>
          <p:cNvSpPr txBox="1"/>
          <p:nvPr>
            <p:ph type="title"/>
          </p:nvPr>
        </p:nvSpPr>
        <p:spPr>
          <a:xfrm>
            <a:off x="6362700" y="457200"/>
            <a:ext cx="1790700" cy="4114800"/>
          </a:xfrm>
          <a:prstGeom prst="rect">
            <a:avLst/>
          </a:prstGeom>
        </p:spPr>
        <p:txBody>
          <a:bodyPr lIns="44450" tIns="44450" rIns="44450" bIns="44450"/>
          <a:lstStyle>
            <a:lvl1pPr>
              <a:lnSpc>
                <a:spcPct val="9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27" name="Body Level One…"/>
          <p:cNvSpPr txBox="1"/>
          <p:nvPr>
            <p:ph type="body" idx="1"/>
          </p:nvPr>
        </p:nvSpPr>
        <p:spPr>
          <a:xfrm>
            <a:off x="990600" y="457200"/>
            <a:ext cx="5231401" cy="4114800"/>
          </a:xfrm>
          <a:prstGeom prst="rect">
            <a:avLst/>
          </a:prstGeom>
        </p:spPr>
        <p:txBody>
          <a:bodyPr lIns="44450" tIns="44450" rIns="44450" bIns="44450"/>
          <a:lstStyle>
            <a:lvl1pPr marL="228600" indent="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1pPr>
            <a:lvl2pPr marL="228600" indent="4572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2pPr>
            <a:lvl3pPr marL="228600" indent="9144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3pPr>
            <a:lvl4pPr marL="228600" indent="13716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4pPr>
            <a:lvl5pPr marL="228600" indent="1828800">
              <a:lnSpc>
                <a:spcPct val="90000"/>
              </a:lnSpc>
              <a:spcBef>
                <a:spcPts val="600"/>
              </a:spcBef>
              <a:buClrTx/>
              <a:buSzTx/>
              <a:buFontTx/>
              <a:buNone/>
              <a:defRPr b="1" sz="18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8" name="Slide Number"/>
          <p:cNvSpPr txBox="1"/>
          <p:nvPr>
            <p:ph type="sldNum" sz="quarter" idx="2"/>
          </p:nvPr>
        </p:nvSpPr>
        <p:spPr>
          <a:xfrm>
            <a:off x="6294616" y="4641879"/>
            <a:ext cx="258585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364;p16"/>
          <p:cNvSpPr/>
          <p:nvPr/>
        </p:nvSpPr>
        <p:spPr>
          <a:xfrm>
            <a:off x="2744012" y="756699"/>
            <a:ext cx="1081626" cy="1124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ln w="28575">
            <a:solidFill>
              <a:srgbClr val="535353"/>
            </a:solidFill>
            <a:miter lim="8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36" name="Google Shape;1365;p16"/>
          <p:cNvSpPr/>
          <p:nvPr/>
        </p:nvSpPr>
        <p:spPr>
          <a:xfrm rot="10800000">
            <a:off x="5318350" y="3266725"/>
            <a:ext cx="1081626" cy="1124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ln w="28575">
            <a:solidFill>
              <a:srgbClr val="535353"/>
            </a:solidFill>
            <a:miter lim="8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37" name="Title Text"/>
          <p:cNvSpPr txBox="1"/>
          <p:nvPr>
            <p:ph type="title"/>
          </p:nvPr>
        </p:nvSpPr>
        <p:spPr>
          <a:xfrm>
            <a:off x="3044700" y="1444254"/>
            <a:ext cx="3054600" cy="15372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38" name="Body Level One…"/>
          <p:cNvSpPr txBox="1"/>
          <p:nvPr>
            <p:ph type="body" sz="quarter" idx="1"/>
          </p:nvPr>
        </p:nvSpPr>
        <p:spPr>
          <a:xfrm>
            <a:off x="3044700" y="3116579"/>
            <a:ext cx="3054600" cy="701401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marL="431800" indent="50800" algn="ctr">
              <a:buClrTx/>
              <a:buSzTx/>
              <a:buFontTx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marL="431800" indent="508000" algn="ctr">
              <a:buClrTx/>
              <a:buSzTx/>
              <a:buFontTx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marL="431800" indent="965200" algn="ctr">
              <a:buClrTx/>
              <a:buSzTx/>
              <a:buFontTx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marL="431800" indent="1422400" algn="ctr">
              <a:buClrTx/>
              <a:buSzTx/>
              <a:buFontTx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9" name="Slide Number"/>
          <p:cNvSpPr txBox="1"/>
          <p:nvPr>
            <p:ph type="sldNum" sz="quarter" idx="2"/>
          </p:nvPr>
        </p:nvSpPr>
        <p:spPr>
          <a:xfrm>
            <a:off x="8762574" y="4677534"/>
            <a:ext cx="258584" cy="2482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1"/>
          <p:cNvSpPr txBox="1"/>
          <p:nvPr/>
        </p:nvSpPr>
        <p:spPr>
          <a:xfrm>
            <a:off x="3045581" y="4731544"/>
            <a:ext cx="2763602" cy="280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IETF Hackathon - &lt;Project name&gt;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8428234" y="4783882"/>
            <a:ext cx="258584" cy="248266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373;p17"/>
          <p:cNvSpPr txBox="1"/>
          <p:nvPr>
            <p:ph type="ctrTitle"/>
          </p:nvPr>
        </p:nvSpPr>
        <p:spPr>
          <a:xfrm>
            <a:off x="685800" y="531018"/>
            <a:ext cx="7772400" cy="1102501"/>
          </a:xfrm>
          <a:prstGeom prst="rect">
            <a:avLst/>
          </a:prstGeom>
        </p:spPr>
        <p:txBody>
          <a:bodyPr/>
          <a:lstStyle/>
          <a:p>
            <a:pPr/>
            <a:r>
              <a:t>HACKNOVATE’26</a:t>
            </a:r>
          </a:p>
        </p:txBody>
      </p:sp>
      <p:sp>
        <p:nvSpPr>
          <p:cNvPr id="1449" name="Google Shape;1374;p17"/>
          <p:cNvSpPr txBox="1"/>
          <p:nvPr>
            <p:ph type="subTitle" idx="1"/>
          </p:nvPr>
        </p:nvSpPr>
        <p:spPr>
          <a:xfrm>
            <a:off x="1371600" y="1605424"/>
            <a:ext cx="6400800" cy="2964602"/>
          </a:xfrm>
          <a:prstGeom prst="rect">
            <a:avLst/>
          </a:prstGeom>
        </p:spPr>
        <p:txBody>
          <a:bodyPr/>
          <a:lstStyle/>
          <a:p>
            <a:pPr marL="0" algn="l">
              <a:defRPr b="0"/>
            </a:pPr>
            <a:r>
              <a:t>Problem Statement Title  :</a:t>
            </a:r>
            <a:r>
              <a:rPr sz="1600"/>
              <a:t>Cancer Prediction And Stock Prediction</a:t>
            </a:r>
          </a:p>
          <a:p>
            <a:pPr marL="0" algn="l">
              <a:defRPr b="0"/>
            </a:pPr>
            <a:r>
              <a:t>Problem Statement ID     :HCK008</a:t>
            </a:r>
          </a:p>
          <a:p>
            <a:pPr marL="0" algn="l">
              <a:defRPr b="0"/>
            </a:pPr>
            <a:r>
              <a:t>Team Name                     : MS BOYS</a:t>
            </a:r>
          </a:p>
          <a:p>
            <a:pPr marL="0" algn="l">
              <a:defRPr b="0"/>
            </a:pPr>
            <a:r>
              <a:t>Team Leader Name         : Vishal S K(23CDR185)</a:t>
            </a:r>
          </a:p>
          <a:p>
            <a:pPr marL="0" algn="l">
              <a:defRPr b="0"/>
            </a:pPr>
            <a:r>
              <a:t>Team Members Name     : </a:t>
            </a:r>
          </a:p>
          <a:p>
            <a:pPr marL="0" algn="l">
              <a:defRPr b="0"/>
            </a:pPr>
            <a:r>
              <a:t>                                  1).Karthikeyan S(23CDR068)</a:t>
            </a:r>
          </a:p>
          <a:p>
            <a:pPr marL="0" algn="l">
              <a:defRPr b="0"/>
            </a:pPr>
            <a:r>
              <a:t>                                  2).Jaiyandh A S(23CDR060)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379;p18"/>
          <p:cNvSpPr txBox="1"/>
          <p:nvPr>
            <p:ph type="title"/>
          </p:nvPr>
        </p:nvSpPr>
        <p:spPr>
          <a:xfrm>
            <a:off x="-1921189" y="2638804"/>
            <a:ext cx="7162801" cy="65201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/>
            <a:r>
              <a:t>SOLUTION</a:t>
            </a:r>
          </a:p>
        </p:txBody>
      </p:sp>
      <p:sp>
        <p:nvSpPr>
          <p:cNvPr id="1452" name="Lung cancer is one of the leading causes of cancer-related deaths worldwide…"/>
          <p:cNvSpPr txBox="1"/>
          <p:nvPr/>
        </p:nvSpPr>
        <p:spPr>
          <a:xfrm>
            <a:off x="667285" y="1126449"/>
            <a:ext cx="5133083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2159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Lung cancer is one of the </a:t>
            </a:r>
            <a:r>
              <a:t>leading causes of cancer-related deaths worldwide</a:t>
            </a:r>
            <a:endParaRPr b="0"/>
          </a:p>
          <a:p>
            <a:pPr marL="2159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Early-stage lung cancer is hard to detect</a:t>
            </a:r>
            <a:r>
              <a:rPr b="0"/>
              <a:t> due to subtle visual cues in CT scans</a:t>
            </a:r>
            <a:endParaRPr b="0"/>
          </a:p>
          <a:p>
            <a:pPr marL="2159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Manual diagnosis:</a:t>
            </a:r>
          </a:p>
          <a:p>
            <a:pPr lvl="1" marL="7366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Time-consuming</a:t>
            </a:r>
          </a:p>
          <a:p>
            <a:pPr lvl="1" marL="7366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Prone to human error</a:t>
            </a:r>
          </a:p>
          <a:p>
            <a:pPr lvl="1" marL="7366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Requires expert radiologists</a:t>
            </a:r>
          </a:p>
          <a:p>
            <a:pPr marL="215900" indent="-139700" defTabSz="457200">
              <a:spcBef>
                <a:spcPts val="400"/>
              </a:spcBef>
              <a:buClr>
                <a:srgbClr val="000000"/>
              </a:buClr>
              <a:buSzPct val="100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Lack of </a:t>
            </a:r>
            <a:r>
              <a:t>systems that are both accurate and explainable</a:t>
            </a:r>
          </a:p>
        </p:txBody>
      </p:sp>
      <p:sp>
        <p:nvSpPr>
          <p:cNvPr id="1453" name="We propose an Lung Cancer Detection System that:…"/>
          <p:cNvSpPr txBox="1"/>
          <p:nvPr/>
        </p:nvSpPr>
        <p:spPr>
          <a:xfrm>
            <a:off x="766603" y="3211852"/>
            <a:ext cx="3783919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4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We propose an </a:t>
            </a:r>
            <a:r>
              <a:t>Lung Cancer Detection System</a:t>
            </a:r>
            <a:r>
              <a:rPr b="0"/>
              <a:t> that:</a:t>
            </a:r>
            <a:endParaRPr b="0"/>
          </a:p>
          <a:p>
            <a:pPr lvl="1" marL="501315" indent="-120315" defTabSz="457200">
              <a:spcBef>
                <a:spcPts val="400"/>
              </a:spcBef>
              <a:buSzPct val="100000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Analyzes </a:t>
            </a:r>
            <a:r>
              <a:t>CT scan images</a:t>
            </a:r>
          </a:p>
          <a:p>
            <a:pPr lvl="1" marL="501315" indent="-120315" defTabSz="457200">
              <a:spcBef>
                <a:spcPts val="400"/>
              </a:spcBef>
              <a:buSzPct val="100000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Classifies scans as </a:t>
            </a:r>
            <a:r>
              <a:t>Malignant/Benign/Normal</a:t>
            </a:r>
          </a:p>
          <a:p>
            <a:pPr lvl="1" marL="501315" indent="-120315" defTabSz="457200">
              <a:spcBef>
                <a:spcPts val="400"/>
              </a:spcBef>
              <a:buSzPct val="100000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Uses </a:t>
            </a:r>
            <a:r>
              <a:t>Deep Learning (CNNs)</a:t>
            </a:r>
            <a:r>
              <a:rPr b="0"/>
              <a:t> for high accuracy</a:t>
            </a:r>
            <a:endParaRPr b="0"/>
          </a:p>
          <a:p>
            <a:pPr lvl="1" marL="501315" indent="-120315" defTabSz="457200">
              <a:spcBef>
                <a:spcPts val="400"/>
              </a:spcBef>
              <a:buSzPct val="100000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Applies </a:t>
            </a:r>
            <a:r>
              <a:t>Grad-CAM</a:t>
            </a:r>
            <a:r>
              <a:t> to visually explain predictions</a:t>
            </a:r>
          </a:p>
        </p:txBody>
      </p:sp>
      <p:sp>
        <p:nvSpPr>
          <p:cNvPr id="1454" name="Google Shape;1379;p18"/>
          <p:cNvSpPr txBox="1"/>
          <p:nvPr/>
        </p:nvSpPr>
        <p:spPr>
          <a:xfrm>
            <a:off x="-1240156" y="486629"/>
            <a:ext cx="7162801" cy="652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450" tIns="44450" rIns="44450" bIns="44450" anchor="ctr">
            <a:normAutofit fontScale="100000" lnSpcReduction="0"/>
          </a:bodyPr>
          <a:lstStyle>
            <a:lvl1pPr algn="ctr">
              <a:lnSpc>
                <a:spcPct val="90000"/>
              </a:lnSpc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pic>
        <p:nvPicPr>
          <p:cNvPr id="145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74079" y="1854321"/>
            <a:ext cx="3081640" cy="26633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385;p1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TECHNICAL STACK/DEPENDENCIES</a:t>
            </a:r>
          </a:p>
        </p:txBody>
      </p:sp>
      <p:sp>
        <p:nvSpPr>
          <p:cNvPr id="1458" name="Dataset:…"/>
          <p:cNvSpPr txBox="1"/>
          <p:nvPr/>
        </p:nvSpPr>
        <p:spPr>
          <a:xfrm>
            <a:off x="656553" y="1332358"/>
            <a:ext cx="3233231" cy="218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Dataset:</a:t>
            </a:r>
            <a:endParaRPr b="0"/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Publicly available </a:t>
            </a:r>
            <a:r>
              <a:rPr b="1"/>
              <a:t>lung CT scan dataset</a:t>
            </a:r>
            <a:endParaRPr b="1"/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Labeled as cancerous / non-cancerous</a:t>
            </a:r>
          </a:p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Preprocessing Steps:</a:t>
            </a:r>
            <a:endParaRPr b="0"/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Image resizing</a:t>
            </a:r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Normalization</a:t>
            </a:r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Noise reduction</a:t>
            </a:r>
          </a:p>
          <a:p>
            <a:pPr marL="1203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augmentation for better generalization</a:t>
            </a:r>
          </a:p>
        </p:txBody>
      </p:sp>
      <p:sp>
        <p:nvSpPr>
          <p:cNvPr id="1459" name="We experimented with state of the art CNN architectures:…"/>
          <p:cNvSpPr txBox="1"/>
          <p:nvPr/>
        </p:nvSpPr>
        <p:spPr>
          <a:xfrm>
            <a:off x="4080907" y="1426908"/>
            <a:ext cx="4277644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We experimented with </a:t>
            </a:r>
            <a:r>
              <a:t>state of the art CNN architectures</a:t>
            </a:r>
            <a:r>
              <a:rPr b="0"/>
              <a:t>:</a:t>
            </a:r>
            <a:endParaRPr b="0"/>
          </a:p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ResNet18</a:t>
            </a:r>
            <a:endParaRPr b="0"/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Lightweight</a:t>
            </a:r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Faster training</a:t>
            </a:r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Good baseline performance</a:t>
            </a:r>
          </a:p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DenseNet121</a:t>
            </a:r>
            <a:endParaRPr b="0"/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Strong feature reuse</a:t>
            </a:r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Higher accuracy</a:t>
            </a:r>
          </a:p>
          <a:p>
            <a:pPr lvl="1" marL="221915" indent="-120315" defTabSz="457200">
              <a:spcBef>
                <a:spcPts val="400"/>
              </a:spcBef>
              <a:buSzPct val="100000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medical image understanding</a:t>
            </a:r>
          </a:p>
          <a:p>
            <a:pPr defTabSz="457200">
              <a:spcBef>
                <a:spcPts val="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Models were </a:t>
            </a:r>
            <a:r>
              <a:t>trained, evaluated, and compared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Slide 4 – System Architecture - visual selection-2.png" descr="Slide 4 – System Architecture - visual selection-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1805" y="0"/>
            <a:ext cx="714039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397;p2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ADDITIONAL DETAILS</a:t>
            </a:r>
          </a:p>
        </p:txBody>
      </p:sp>
      <p:pic>
        <p:nvPicPr>
          <p:cNvPr id="1464" name="gradcam_Malignant.png" descr="gradcam_Malignan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9059" y="1278139"/>
            <a:ext cx="7397463" cy="25872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03;p22"/>
          <p:cNvSpPr txBox="1"/>
          <p:nvPr>
            <p:ph type="title"/>
          </p:nvPr>
        </p:nvSpPr>
        <p:spPr>
          <a:xfrm>
            <a:off x="990600" y="1981200"/>
            <a:ext cx="7162800" cy="857400"/>
          </a:xfrm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